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526F"/>
    <a:srgbClr val="2FCED1"/>
    <a:srgbClr val="FA8A5B"/>
    <a:srgbClr val="E1BE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2"/>
    <p:restoredTop sz="94656"/>
  </p:normalViewPr>
  <p:slideViewPr>
    <p:cSldViewPr snapToGrid="0">
      <p:cViewPr>
        <p:scale>
          <a:sx n="176" d="100"/>
          <a:sy n="176" d="100"/>
        </p:scale>
        <p:origin x="20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80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82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91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28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76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91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988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32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28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950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45E2-2695-2148-B5AB-CBFE6AD571F9}" type="datetimeFigureOut">
              <a:rPr lang="en-GB" smtClean="0"/>
              <a:t>08/06/2025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9E9D-7C30-2B4F-A873-731E3BA3E6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94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82000"/>
                  </a:schemeClr>
                </a:solidFill>
                <a:latin typeface="Futura Medium" panose="020B0602020204020303" pitchFamily="34" charset="-79"/>
              </a:defRPr>
            </a:lvl1pPr>
          </a:lstStyle>
          <a:p>
            <a:fld id="{1DA545E2-2695-2148-B5AB-CBFE6AD571F9}" type="datetimeFigureOut">
              <a:rPr lang="en-GB" smtClean="0"/>
              <a:pPr/>
              <a:t>08/06/2025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Futura Medium" panose="020B0602020204020303" pitchFamily="34" charset="-79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Futura Medium" panose="020B0602020204020303" pitchFamily="34" charset="-79"/>
              </a:defRPr>
            </a:lvl1pPr>
          </a:lstStyle>
          <a:p>
            <a:fld id="{91299E9D-7C30-2B4F-A873-731E3BA3E6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Futura Medium" panose="020B0602020204020303" pitchFamily="34" charset="-79"/>
          <a:ea typeface="+mj-ea"/>
          <a:cs typeface="Futura Medium" panose="020B0602020204020303" pitchFamily="34" charset="-79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Karla Medium" panose="020B0004030503030003" pitchFamily="34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arla Medium" panose="020B0004030503030003" pitchFamily="34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Karla Medium" panose="020B0004030503030003" pitchFamily="34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Karla Medium" panose="020B0004030503030003" pitchFamily="34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Karla Medium" panose="020B0004030503030003" pitchFamily="34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DBD8BA-3EDA-0814-13B3-5907C16FA001}"/>
              </a:ext>
            </a:extLst>
          </p:cNvPr>
          <p:cNvSpPr/>
          <p:nvPr/>
        </p:nvSpPr>
        <p:spPr>
          <a:xfrm>
            <a:off x="8077201" y="0"/>
            <a:ext cx="1088572" cy="5715000"/>
          </a:xfrm>
          <a:prstGeom prst="rect">
            <a:avLst/>
          </a:prstGeom>
          <a:solidFill>
            <a:srgbClr val="EC52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tura Medium" panose="020B0602020204020303" pitchFamily="34" charset="-79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3F768CC8-AA05-6845-D86D-6CB420D53BA1}"/>
              </a:ext>
            </a:extLst>
          </p:cNvPr>
          <p:cNvSpPr/>
          <p:nvPr/>
        </p:nvSpPr>
        <p:spPr>
          <a:xfrm>
            <a:off x="0" y="0"/>
            <a:ext cx="2743200" cy="5715000"/>
          </a:xfrm>
          <a:prstGeom prst="parallelogram">
            <a:avLst/>
          </a:prstGeom>
          <a:solidFill>
            <a:srgbClr val="2FCED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Futura Medium" panose="020B0602020204020303" pitchFamily="34" charset="-79"/>
              </a:rPr>
              <a:t>REPORT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CAC4102F-8420-0E82-1D07-94E2A2B63335}"/>
              </a:ext>
            </a:extLst>
          </p:cNvPr>
          <p:cNvSpPr/>
          <p:nvPr/>
        </p:nvSpPr>
        <p:spPr>
          <a:xfrm>
            <a:off x="2055159" y="0"/>
            <a:ext cx="2743200" cy="5715000"/>
          </a:xfrm>
          <a:prstGeom prst="parallelogram">
            <a:avLst/>
          </a:prstGeom>
          <a:solidFill>
            <a:srgbClr val="E1BE3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Futura Medium" panose="020B0602020204020303" pitchFamily="34" charset="-79"/>
              </a:rPr>
              <a:t>DECK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CA5AE7A-B64E-AE89-14CC-B7E44B6185A9}"/>
              </a:ext>
            </a:extLst>
          </p:cNvPr>
          <p:cNvSpPr/>
          <p:nvPr/>
        </p:nvSpPr>
        <p:spPr>
          <a:xfrm>
            <a:off x="4110318" y="0"/>
            <a:ext cx="2743200" cy="5715000"/>
          </a:xfrm>
          <a:prstGeom prst="parallelogram">
            <a:avLst/>
          </a:prstGeom>
          <a:solidFill>
            <a:srgbClr val="FA8A5B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Futura Medium" panose="020B0602020204020303" pitchFamily="34" charset="-79"/>
              </a:rPr>
              <a:t>PAGE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907DAE0-6615-CEBE-BF26-46120D8E8CE0}"/>
              </a:ext>
            </a:extLst>
          </p:cNvPr>
          <p:cNvSpPr/>
          <p:nvPr/>
        </p:nvSpPr>
        <p:spPr>
          <a:xfrm>
            <a:off x="6165477" y="0"/>
            <a:ext cx="2743200" cy="5715000"/>
          </a:xfrm>
          <a:prstGeom prst="parallelogram">
            <a:avLst/>
          </a:prstGeom>
          <a:solidFill>
            <a:srgbClr val="EC526F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Futura Medium" panose="020B0602020204020303" pitchFamily="34" charset="-79"/>
              </a:rPr>
              <a:t>DASHBOARD</a:t>
            </a:r>
            <a:endParaRPr lang="en-GB" dirty="0">
              <a:latin typeface="Futura Medium" panose="020B0602020204020303" pitchFamily="34" charset="-79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B271F-A5FD-CBFD-2907-6396076A13F8}"/>
              </a:ext>
            </a:extLst>
          </p:cNvPr>
          <p:cNvSpPr/>
          <p:nvPr/>
        </p:nvSpPr>
        <p:spPr>
          <a:xfrm>
            <a:off x="0" y="0"/>
            <a:ext cx="907143" cy="5653314"/>
          </a:xfrm>
          <a:prstGeom prst="rect">
            <a:avLst/>
          </a:prstGeom>
          <a:solidFill>
            <a:srgbClr val="2FCE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428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B139F-9920-FEC4-126F-724F3A9B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238CCCC9-CEFD-747F-576B-A1C47C2DF8D1}"/>
              </a:ext>
            </a:extLst>
          </p:cNvPr>
          <p:cNvSpPr/>
          <p:nvPr/>
        </p:nvSpPr>
        <p:spPr>
          <a:xfrm>
            <a:off x="-683559" y="0"/>
            <a:ext cx="2743200" cy="5715000"/>
          </a:xfrm>
          <a:prstGeom prst="parallelogram">
            <a:avLst/>
          </a:prstGeom>
          <a:solidFill>
            <a:srgbClr val="2FCED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REPORT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70C8E62-0F2B-452D-9B53-EC535AB53F1E}"/>
              </a:ext>
            </a:extLst>
          </p:cNvPr>
          <p:cNvSpPr/>
          <p:nvPr/>
        </p:nvSpPr>
        <p:spPr>
          <a:xfrm>
            <a:off x="1367118" y="0"/>
            <a:ext cx="2743200" cy="5715000"/>
          </a:xfrm>
          <a:prstGeom prst="parallelogram">
            <a:avLst/>
          </a:prstGeom>
          <a:solidFill>
            <a:srgbClr val="E1BE3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3" dirty="0">
                <a:latin typeface="Futura Medium" panose="020B0602020204020303" pitchFamily="34" charset="-79"/>
              </a:rPr>
              <a:t>25.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FB579A4-B34D-080A-8514-4B80FD38A4E2}"/>
              </a:ext>
            </a:extLst>
          </p:cNvPr>
          <p:cNvSpPr/>
          <p:nvPr/>
        </p:nvSpPr>
        <p:spPr>
          <a:xfrm>
            <a:off x="3417795" y="0"/>
            <a:ext cx="2743200" cy="5715000"/>
          </a:xfrm>
          <a:prstGeom prst="parallelogram">
            <a:avLst/>
          </a:prstGeom>
          <a:solidFill>
            <a:srgbClr val="FA8A5B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3" dirty="0">
                <a:latin typeface="Futura Medium" panose="020B0602020204020303" pitchFamily="34" charset="-79"/>
              </a:rPr>
              <a:t>25.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B111677F-9C28-4E0B-B8D1-84D56F786390}"/>
              </a:ext>
            </a:extLst>
          </p:cNvPr>
          <p:cNvSpPr/>
          <p:nvPr/>
        </p:nvSpPr>
        <p:spPr>
          <a:xfrm>
            <a:off x="5468472" y="0"/>
            <a:ext cx="2743200" cy="5715000"/>
          </a:xfrm>
          <a:prstGeom prst="parallelogram">
            <a:avLst/>
          </a:prstGeom>
          <a:solidFill>
            <a:srgbClr val="EC526F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3" dirty="0">
                <a:latin typeface="Futura Medium" panose="020B0602020204020303" pitchFamily="34" charset="-79"/>
              </a:rPr>
              <a:t>25.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133943-D1BF-69DA-0795-5A09962B46D5}"/>
              </a:ext>
            </a:extLst>
          </p:cNvPr>
          <p:cNvSpPr/>
          <p:nvPr/>
        </p:nvSpPr>
        <p:spPr>
          <a:xfrm>
            <a:off x="7519149" y="0"/>
            <a:ext cx="1624851" cy="5715000"/>
          </a:xfrm>
          <a:prstGeom prst="rect">
            <a:avLst/>
          </a:prstGeom>
          <a:solidFill>
            <a:srgbClr val="EC52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5643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913D8-511B-D990-5D0F-A3AE1FEE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032A4E-1E6A-290F-756C-9233572C2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5511" y="2359632"/>
            <a:ext cx="1371600" cy="137160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498D28-D2E4-4BFC-154E-4B98FABFEBB6}"/>
              </a:ext>
            </a:extLst>
          </p:cNvPr>
          <p:cNvSpPr/>
          <p:nvPr/>
        </p:nvSpPr>
        <p:spPr>
          <a:xfrm>
            <a:off x="114300" y="2030179"/>
            <a:ext cx="2501153" cy="2030506"/>
          </a:xfrm>
          <a:prstGeom prst="rect">
            <a:avLst/>
          </a:prstGeom>
          <a:solidFill>
            <a:srgbClr val="2FC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tura Medium" panose="020B0602020204020303" pitchFamily="34" charset="-79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137B7-7D35-08CE-6A7F-7C82F6DB2F0E}"/>
              </a:ext>
            </a:extLst>
          </p:cNvPr>
          <p:cNvSpPr/>
          <p:nvPr/>
        </p:nvSpPr>
        <p:spPr>
          <a:xfrm>
            <a:off x="2667000" y="1573306"/>
            <a:ext cx="2501153" cy="2030506"/>
          </a:xfrm>
          <a:prstGeom prst="rect">
            <a:avLst/>
          </a:prstGeom>
          <a:solidFill>
            <a:srgbClr val="E1BE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tura Medium" panose="020B0602020204020303" pitchFamily="34" charset="-79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DC2479-1EB6-A30C-BFDD-7ECA03E778B6}"/>
              </a:ext>
            </a:extLst>
          </p:cNvPr>
          <p:cNvSpPr/>
          <p:nvPr/>
        </p:nvSpPr>
        <p:spPr>
          <a:xfrm>
            <a:off x="2059642" y="3332630"/>
            <a:ext cx="2501153" cy="2030506"/>
          </a:xfrm>
          <a:prstGeom prst="rect">
            <a:avLst/>
          </a:prstGeom>
          <a:solidFill>
            <a:srgbClr val="FA8A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tura Medium" panose="020B0602020204020303" pitchFamily="34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9FB9F-B67A-7CBD-2CB1-6A82B2AF4129}"/>
              </a:ext>
            </a:extLst>
          </p:cNvPr>
          <p:cNvSpPr/>
          <p:nvPr/>
        </p:nvSpPr>
        <p:spPr>
          <a:xfrm>
            <a:off x="3469342" y="3497029"/>
            <a:ext cx="2501153" cy="2030506"/>
          </a:xfrm>
          <a:prstGeom prst="rect">
            <a:avLst/>
          </a:prstGeom>
          <a:solidFill>
            <a:srgbClr val="EC52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9939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11</Words>
  <Application>Microsoft Macintosh PowerPoint</Application>
  <PresentationFormat>On-screen Show (16:10)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Futura Medium</vt:lpstr>
      <vt:lpstr>Futura Medium</vt:lpstr>
      <vt:lpstr>Karla Medium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Joey Hadley</dc:creator>
  <cp:lastModifiedBy>Charlie Joey Hadley</cp:lastModifiedBy>
  <cp:revision>4</cp:revision>
  <dcterms:created xsi:type="dcterms:W3CDTF">2025-06-08T15:48:51Z</dcterms:created>
  <dcterms:modified xsi:type="dcterms:W3CDTF">2025-06-08T17:10:43Z</dcterms:modified>
</cp:coreProperties>
</file>